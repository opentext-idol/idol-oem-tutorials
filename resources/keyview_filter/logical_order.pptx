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9C9A-970C-943E-C50F-85677DCA2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6D0F8-842A-28E7-3867-F65E705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E314C-0756-6A6C-798E-2FBF12E7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4B44F-A481-680A-E78C-2942B3BC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15F0B-644D-87AF-428E-0178D3EB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9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6B4A-B7D5-CEDE-3C3B-64AC19BC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B8F36-9070-8AD7-0990-4BE52BD3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485F6-19E2-959C-A932-5F52C1C9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455A-5C1D-609C-0931-59AD5C40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D66BC-D0A0-4EDE-6575-F9DE9358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8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2206-B998-9189-2B9A-4BB204A1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89C4E-1BF2-F04B-9DCD-CE6B1BAE2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856E5-98CB-B97C-EE8C-EA94B210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6483A-E12A-802E-A6EE-2B93DC8C7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5C02-1914-FAF9-4683-DAE19B99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6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6DEC-C1F5-0735-84A6-DE5AA1B4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4F2A-16A8-E3E3-DCC5-17A498A62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D8647-E16D-B5CF-0218-28A9804A3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74F0A-B35B-710C-02BB-483762CF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9A180-24A1-04F9-A655-A5521DE9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D2DE6-B8B1-3A02-AA2C-52563C23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3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DCFA-4BCE-34BB-DA2D-65E67441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18C7A-19CB-3C90-0014-D51490A2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82440-4D08-D71E-1773-4247ACBB2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5FC46-4C0F-2AF9-351B-C08A6DD1A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B1104-5A58-8172-C387-2431D385C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88413-F0AD-2367-83B3-EE1F067A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41D6C-AF55-A16D-E092-855011FD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D6285-6481-B779-837C-4B90243E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1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8695-64FF-969C-5667-C2538684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2994E-4213-9882-6922-B5FFE70B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A8EA7-B47E-C138-1561-EC7109F3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2DEBB-AC73-A89C-316F-15757592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0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8B6273-717C-8244-6528-C6529A5E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4D044-0F8C-FD7E-F703-C1350407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59536-BA17-BF79-4AB6-9F91FE57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9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BF58-7F98-F33D-4BB4-A3C31E59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8BA1-7DC4-C837-2BAB-E31C0AD77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6FC33-578D-1C91-488F-4ADE1C089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B2256-B9EA-8856-75D8-7AF705FE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F28A8-0B24-00D8-6C15-F4F64268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5A895-C79F-3B58-35C2-73CCDB29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9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9423-BD41-888A-5787-1561154C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6DEC2-4A96-098C-7D4F-6CBD8C26F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3614F-91BA-1356-2303-23C06D094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FD96F-4007-8081-C22A-C9517B63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BED92-04AD-939E-885A-1FC79939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BE7C8-CC39-F975-94ED-52658F6F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9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BC47-A485-42C3-EBFE-36CCBB46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816A8-025C-09B6-034E-8783C58C1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39828-1FE9-2EF0-E22A-40B61881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AB604-D2CB-0059-E1CF-A151D2AC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7227A-F300-A232-6FAD-05D61FC7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D04AE-7951-022C-CC66-B5BC2EE47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ACCEE-84CB-633B-2093-C23DE6426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EE79-6092-42BA-CCB5-C4D441A9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81B7C-6681-66A7-EE7F-E835F80C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AEBA-42D9-8A4C-C51C-6BF97BB1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9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D4BF4-7BD2-3ED7-D14F-F7DEFCBE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5A8E2-6A22-D12E-B35C-72D27D6A7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A4ECF-5912-C520-2AD5-6679D65EB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EBB0F-177B-48F9-A31F-080749C1762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F8A81-AB5E-C392-1E91-D4E1FA65E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5D2ED-CF56-DE3C-7B85-638BE1A20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0B8E6-053E-42A2-B327-9D6035E70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6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6E1BF-0525-1F22-8C46-80F06998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Illustrates logical order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F53A86-792F-C164-C217-EF10FBA3126C}"/>
              </a:ext>
            </a:extLst>
          </p:cNvPr>
          <p:cNvSpPr txBox="1"/>
          <p:nvPr/>
        </p:nvSpPr>
        <p:spPr>
          <a:xfrm>
            <a:off x="2781701" y="2926080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</a:t>
            </a:r>
            <a:r>
              <a:rPr lang="en-US"/>
              <a:t>box 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601E2-DEAE-5E7F-FA7E-7925795870A9}"/>
              </a:ext>
            </a:extLst>
          </p:cNvPr>
          <p:cNvSpPr txBox="1"/>
          <p:nvPr/>
        </p:nvSpPr>
        <p:spPr>
          <a:xfrm>
            <a:off x="2772082" y="2123718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box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8B211-4D9E-A8A6-47F7-F0ABE01D64EC}"/>
              </a:ext>
            </a:extLst>
          </p:cNvPr>
          <p:cNvSpPr txBox="1"/>
          <p:nvPr/>
        </p:nvSpPr>
        <p:spPr>
          <a:xfrm>
            <a:off x="2772082" y="1626846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box 3</a:t>
            </a:r>
          </a:p>
        </p:txBody>
      </p:sp>
    </p:spTree>
    <p:extLst>
      <p:ext uri="{BB962C8B-B14F-4D97-AF65-F5344CB8AC3E}">
        <p14:creationId xmlns:p14="http://schemas.microsoft.com/office/powerpoint/2010/main" val="732063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Illustrates logical order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Blank</dc:creator>
  <cp:lastModifiedBy>Jeff Blank</cp:lastModifiedBy>
  <cp:revision>3</cp:revision>
  <dcterms:created xsi:type="dcterms:W3CDTF">2026-01-06T16:14:48Z</dcterms:created>
  <dcterms:modified xsi:type="dcterms:W3CDTF">2026-01-06T16:18:24Z</dcterms:modified>
</cp:coreProperties>
</file>